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64" r:id="rId6"/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7048C-728C-0031-290E-B5360D73D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E66C2-9F1E-0DF0-D769-4D44A6560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8E0D1-FD2B-AE97-9FD5-45C2D6845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E1920-7EB3-4BBD-19B6-2EACB7E4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3A095-ABFB-3256-7E22-9BD3171A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0511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6F15-3587-A39B-05C6-79B02C11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523F8-18E7-D428-641B-9C7A43CD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06992-30A0-6D6E-0E21-9EF34BAB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49F0-CEBA-FCC7-1E50-92BDC41DB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B745A-6A2E-2024-C8C2-C87D46FC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97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9ECD-9991-7BC2-6E17-DD0251B9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8F520-2F44-8BEC-CF7E-A5E7CA2A4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622CE-7746-0733-753C-B6D9B5CB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190D1-15EF-464B-0213-FE3CB71B0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437A1-8B72-49E2-C26D-2B147300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7112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E08E-75C8-A21F-F3C6-5706E7C4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9479-A8F1-F0F1-B18A-378F29525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5714F-72EF-34B3-D7E9-0E90978A2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ED7AB-44AB-2391-8219-976E16B6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511F7-8456-BDDC-182D-1E5E0BB4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882E6-87F3-A3AC-9BC4-047B8075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2168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69B0-3ACB-594E-842D-7EA3CE66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6804-BC2B-9474-B208-DEDE78EF6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7DF70-CA4D-9B26-975D-C38340548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FBAD9-363D-F53A-6610-0802F0200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4B3B2-E773-F449-5E5A-1354DB33F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8CA1A-9378-3519-8495-430061F7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7937FC-0B1E-35E2-79E9-1805D5EE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296B-FF5B-1193-6F4D-23A893F2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09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A2DA-759A-42A3-1B1E-52D1F1FC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78549-7C55-08A5-09B5-AB4FA89F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68F72-8E2D-4F6D-BC0B-E3407436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4C480-6092-9D52-2E63-5FB90DB72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71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CCF4A-E80F-7816-44D9-587E0DA6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F5A62-68F3-8227-BD18-C06A080F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3A790-C462-8E45-A54A-08E8EE05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238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F034-3064-8C36-7CE3-1CFA09AE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AD47-20DD-0C7D-1D3F-A03E67050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1515F-9C12-48CA-BE86-86EF67016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67025-8AC2-4F00-407A-20051C52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416AD-A912-BE78-E6A8-B2B20B3D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9D902-279E-06FF-29C1-55AD40B4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4286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CF3E-335D-DBBD-E3D3-54F5EC31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DCF8A-9BE8-161F-4049-6D14EC50B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CD542-1659-275B-4B60-E291E0D74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B59E0-D4E0-7E10-A5F2-A09FB769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E1472-1057-C4BB-A26E-917D4ABA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2FA94-6ADA-24B6-66EC-70511FC2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249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9C0A-A460-9049-2209-ECA9A770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BC1A8-58DA-400C-8F6D-360843D82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20C78-4614-C46E-0F34-1F00A1CB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4AAD9-C2FF-5C93-19CD-90FF1823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BF4E8-0408-E7AE-DAB8-452D24F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8525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D576-DCA8-66B8-B6CC-BAA73B6AF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C3FBF-421C-5C12-4EF1-D724DA7D3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CFB99-9C28-3370-AE9B-B8C38D4B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D2224-6893-C112-9BF7-210CC0E5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20D2D-4ADD-2FF2-B65A-E4FF9DCF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929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0B223-186C-1FCE-D948-D60D9CBE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B65F3-89AD-7DD6-06CA-8DA0B2C5D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D94E-3D75-3FDC-DC79-C621C0C92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101C-6288-265B-BA9D-27B4BA0AD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BE80D-C2DD-B880-C907-58523F83D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11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57679E-3C6D-2006-B337-107DD5B073DB}"/>
              </a:ext>
            </a:extLst>
          </p:cNvPr>
          <p:cNvSpPr txBox="1"/>
          <p:nvPr/>
        </p:nvSpPr>
        <p:spPr>
          <a:xfrm>
            <a:off x="3460954" y="184015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Work within your group to answer as many questions as you can, correctly, within the time limit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Referencing from online materials/ lecture notes are not allowed!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32271-CD47-7014-3F77-226EA8BD36B8}"/>
              </a:ext>
            </a:extLst>
          </p:cNvPr>
          <p:cNvSpPr txBox="1"/>
          <p:nvPr/>
        </p:nvSpPr>
        <p:spPr>
          <a:xfrm>
            <a:off x="3460954" y="3776488"/>
            <a:ext cx="6096000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Each group will be given a one-time lifeline to ask the teacher a T/F question </a:t>
            </a:r>
          </a:p>
        </p:txBody>
      </p:sp>
      <p:sp>
        <p:nvSpPr>
          <p:cNvPr id="12" name="Heart 11">
            <a:extLst>
              <a:ext uri="{FF2B5EF4-FFF2-40B4-BE49-F238E27FC236}">
                <a16:creationId xmlns:a16="http://schemas.microsoft.com/office/drawing/2014/main" id="{8E6AF2C5-135B-811B-599D-FCEF7B82AC7A}"/>
              </a:ext>
            </a:extLst>
          </p:cNvPr>
          <p:cNvSpPr/>
          <p:nvPr/>
        </p:nvSpPr>
        <p:spPr>
          <a:xfrm>
            <a:off x="2694038" y="3835031"/>
            <a:ext cx="511278" cy="467033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B844C4-DDE9-6C64-BDD5-DEDF77B4B5AD}"/>
              </a:ext>
            </a:extLst>
          </p:cNvPr>
          <p:cNvSpPr/>
          <p:nvPr/>
        </p:nvSpPr>
        <p:spPr>
          <a:xfrm>
            <a:off x="2765912" y="1925502"/>
            <a:ext cx="367530" cy="3524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42655B-F81B-AA4C-FE19-F27362BBAFE5}"/>
              </a:ext>
            </a:extLst>
          </p:cNvPr>
          <p:cNvSpPr/>
          <p:nvPr/>
        </p:nvSpPr>
        <p:spPr>
          <a:xfrm>
            <a:off x="2765912" y="2704048"/>
            <a:ext cx="367530" cy="3524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4ECA56-1CCB-A7A2-69BA-F2137C67962F}"/>
              </a:ext>
            </a:extLst>
          </p:cNvPr>
          <p:cNvSpPr txBox="1"/>
          <p:nvPr/>
        </p:nvSpPr>
        <p:spPr>
          <a:xfrm>
            <a:off x="4404851" y="779660"/>
            <a:ext cx="38345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b="1" dirty="0"/>
              <a:t>Instructions</a:t>
            </a:r>
          </a:p>
        </p:txBody>
      </p:sp>
    </p:spTree>
    <p:extLst>
      <p:ext uri="{BB962C8B-B14F-4D97-AF65-F5344CB8AC3E}">
        <p14:creationId xmlns:p14="http://schemas.microsoft.com/office/powerpoint/2010/main" val="3676672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B9D3D9-7CE0-0309-E4EC-249B1C66E45A}"/>
              </a:ext>
            </a:extLst>
          </p:cNvPr>
          <p:cNvSpPr txBox="1"/>
          <p:nvPr/>
        </p:nvSpPr>
        <p:spPr>
          <a:xfrm>
            <a:off x="700163" y="1323211"/>
            <a:ext cx="385227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pH of the resultant mixture formed from </a:t>
            </a:r>
            <a:b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Period 3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oxides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mixed with water.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C1F0D-9003-68F7-5DC3-5B8D3363CC22}"/>
              </a:ext>
            </a:extLst>
          </p:cNvPr>
          <p:cNvSpPr txBox="1"/>
          <p:nvPr/>
        </p:nvSpPr>
        <p:spPr>
          <a:xfrm>
            <a:off x="6096001" y="1323211"/>
            <a:ext cx="491612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Write equations for the reactions (if any) of the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oxides: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Na₂O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MgO, 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₂O₃ with water and state the pH of each resultant mixture.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F64549-0354-9082-66A2-ACB5E9F09B86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F8AE5F7-8BE1-5D5E-5AF8-E1B81A8B0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65" y="2318545"/>
            <a:ext cx="4320889" cy="32162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A6520D-8A21-F94E-934A-40BD3627DC0C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[Q1]</a:t>
            </a:r>
          </a:p>
        </p:txBody>
      </p:sp>
    </p:spTree>
    <p:extLst>
      <p:ext uri="{BB962C8B-B14F-4D97-AF65-F5344CB8AC3E}">
        <p14:creationId xmlns:p14="http://schemas.microsoft.com/office/powerpoint/2010/main" val="97689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B2E1F-A1A7-F214-367B-EF5F80FB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C171E-5967-AE7D-A47F-F5BB58E3248D}"/>
              </a:ext>
            </a:extLst>
          </p:cNvPr>
          <p:cNvSpPr txBox="1"/>
          <p:nvPr/>
        </p:nvSpPr>
        <p:spPr>
          <a:xfrm>
            <a:off x="1631633" y="1562740"/>
            <a:ext cx="9144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an equation for any reaction that occurs between HC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and each </a:t>
            </a:r>
            <a:r>
              <a:rPr lang="en-US" sz="1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oxide: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500" dirty="0" err="1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 err="1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₃, P₄O₁₀ 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CDFAA-4984-1412-436C-027EA1134A9E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[Q2]</a:t>
            </a:r>
          </a:p>
        </p:txBody>
      </p:sp>
    </p:spTree>
    <p:extLst>
      <p:ext uri="{BB962C8B-B14F-4D97-AF65-F5344CB8AC3E}">
        <p14:creationId xmlns:p14="http://schemas.microsoft.com/office/powerpoint/2010/main" val="2506269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C3390FE-2094-FB31-B099-55984DBB6923}"/>
              </a:ext>
            </a:extLst>
          </p:cNvPr>
          <p:cNvSpPr txBox="1"/>
          <p:nvPr/>
        </p:nvSpPr>
        <p:spPr>
          <a:xfrm>
            <a:off x="673014" y="1455820"/>
            <a:ext cx="42085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pH of the resultant mixture formed from Period 3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chlorides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mixed with excess water.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51A1A-7430-F3CB-DE29-9F9120F22158}"/>
              </a:ext>
            </a:extLst>
          </p:cNvPr>
          <p:cNvSpPr txBox="1"/>
          <p:nvPr/>
        </p:nvSpPr>
        <p:spPr>
          <a:xfrm>
            <a:off x="6054641" y="1455820"/>
            <a:ext cx="587803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 the pH of the resultant mixture when the </a:t>
            </a:r>
            <a:r>
              <a:rPr lang="en-US" sz="1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chlorides: 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 are separately mixed with </a:t>
            </a:r>
            <a:r>
              <a:rPr lang="en-US" sz="1500" b="1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water.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equations to explain your answer.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19DEE1-CD77-3AA9-0F14-068165ED4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87" y="2550000"/>
            <a:ext cx="4332690" cy="328820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74B459-5BF3-4F93-A28A-706BC026E33C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8A8D719-ECC2-F5D6-D010-F704F2DA8D71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[Q3]</a:t>
            </a:r>
          </a:p>
        </p:txBody>
      </p:sp>
    </p:spTree>
    <p:extLst>
      <p:ext uri="{BB962C8B-B14F-4D97-AF65-F5344CB8AC3E}">
        <p14:creationId xmlns:p14="http://schemas.microsoft.com/office/powerpoint/2010/main" val="239895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5713-7529-0E1F-60E4-264D8485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8B419C-C43F-19B9-B4D9-30508AE6D067}"/>
              </a:ext>
            </a:extLst>
          </p:cNvPr>
          <p:cNvSpPr txBox="1"/>
          <p:nvPr/>
        </p:nvSpPr>
        <p:spPr>
          <a:xfrm>
            <a:off x="673014" y="1455820"/>
            <a:ext cx="38469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Explain why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MgCO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decomposes at a lower temperature than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6FF0A-C888-30BC-6F7C-0ECDB74AEA28}"/>
              </a:ext>
            </a:extLst>
          </p:cNvPr>
          <p:cNvSpPr txBox="1"/>
          <p:nvPr/>
        </p:nvSpPr>
        <p:spPr>
          <a:xfrm>
            <a:off x="6313970" y="1455820"/>
            <a:ext cx="587803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 whether the following hydrogen halides decompose upon heating. (HF, HC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HBr, HI)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equations to describe any thermal decomposition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02A693-871D-357F-7E8D-32D3DC801D98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0A1EF6F-2C01-C4DE-37A5-8900BD00C629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[Q4]</a:t>
            </a:r>
          </a:p>
        </p:txBody>
      </p:sp>
    </p:spTree>
    <p:extLst>
      <p:ext uri="{BB962C8B-B14F-4D97-AF65-F5344CB8AC3E}">
        <p14:creationId xmlns:p14="http://schemas.microsoft.com/office/powerpoint/2010/main" val="82861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CCA48-91A3-A19F-3493-2B8A173B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0A3A7D-1CC2-9962-5848-68E8C0D78737}"/>
              </a:ext>
            </a:extLst>
          </p:cNvPr>
          <p:cNvSpPr txBox="1"/>
          <p:nvPr/>
        </p:nvSpPr>
        <p:spPr>
          <a:xfrm>
            <a:off x="455043" y="1558941"/>
            <a:ext cx="45577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melting point of the oxides in the third period, from Na to 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C3DF3B-C018-5697-F8A7-5B80A1FE6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1" y="2591195"/>
            <a:ext cx="4562891" cy="315447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09CEA3-EB4A-AD38-CCAB-A089C227F761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30984AE-0E4C-E675-378A-6E7E2874D2E7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[Q5]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296E7-599B-36B9-2C91-EB6D7B844130}"/>
              </a:ext>
            </a:extLst>
          </p:cNvPr>
          <p:cNvSpPr txBox="1"/>
          <p:nvPr/>
        </p:nvSpPr>
        <p:spPr>
          <a:xfrm>
            <a:off x="6601865" y="1558941"/>
            <a:ext cx="46944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boiling point of the chlorides in the third period, from Na to 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3F88B-B4B9-365D-2834-EFF643E3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28633"/>
            <a:ext cx="4805381" cy="33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6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5909136E76DD4094C199BA420D5216" ma:contentTypeVersion="5" ma:contentTypeDescription="Create a new document." ma:contentTypeScope="" ma:versionID="b02ad82659801f2e5229a86c96ef7420">
  <xsd:schema xmlns:xsd="http://www.w3.org/2001/XMLSchema" xmlns:xs="http://www.w3.org/2001/XMLSchema" xmlns:p="http://schemas.microsoft.com/office/2006/metadata/properties" xmlns:ns2="9081bad1-c399-41c1-979d-71f0e3369cf2" xmlns:ns3="b1ed4896-73af-43c1-9012-9ecb2c96011c" targetNamespace="http://schemas.microsoft.com/office/2006/metadata/properties" ma:root="true" ma:fieldsID="d5f8bb82ee2c6d1bab020738af6c5308" ns2:_="" ns3:_="">
    <xsd:import namespace="9081bad1-c399-41c1-979d-71f0e3369cf2"/>
    <xsd:import namespace="b1ed4896-73af-43c1-9012-9ecb2c96011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n0fb58c3706b4169bdb74337c0b76ffd" minOccurs="0"/>
                <xsd:element ref="ns2:TaxCatchAll" minOccurs="0"/>
                <xsd:element ref="ns3:Summa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81bad1-c399-41c1-979d-71f0e3369cf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hidden="true" ma:list="{bbeacd7e-5d69-49d2-8b3d-c5dff6a52504}" ma:internalName="TaxCatchAll" ma:showField="CatchAllData" ma:web="9081bad1-c399-41c1-979d-71f0e3369c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d4896-73af-43c1-9012-9ecb2c96011c" elementFormDefault="qualified">
    <xsd:import namespace="http://schemas.microsoft.com/office/2006/documentManagement/types"/>
    <xsd:import namespace="http://schemas.microsoft.com/office/infopath/2007/PartnerControls"/>
    <xsd:element name="n0fb58c3706b4169bdb74337c0b76ffd" ma:index="12" nillable="true" ma:taxonomy="true" ma:internalName="n0fb58c3706b4169bdb74337c0b76ffd" ma:taxonomyFieldName="Taxonomy" ma:displayName="Taxonomy" ma:readOnly="false" ma:default="" ma:fieldId="{70fb58c3-706b-4169-bdb7-4337c0b76ffd}" ma:taxonomyMulti="true" ma:sspId="1a49a4b3-2cb5-4ce8-b80f-be06f9598a4d" ma:termSetId="f2d918d1-859b-4842-b32f-9d2eef89366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ummary" ma:index="14" nillable="true" ma:displayName="Summary" ma:internalName="Summary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081bad1-c399-41c1-979d-71f0e3369cf2"/>
    <Summary xmlns="b1ed4896-73af-43c1-9012-9ecb2c96011c" xsi:nil="true"/>
    <n0fb58c3706b4169bdb74337c0b76ffd xmlns="b1ed4896-73af-43c1-9012-9ecb2c96011c">
      <Terms xmlns="http://schemas.microsoft.com/office/infopath/2007/PartnerControls"/>
    </n0fb58c3706b4169bdb74337c0b76ffd>
    <_dlc_DocId xmlns="9081bad1-c399-41c1-979d-71f0e3369cf2">2C5XP6HFN2W6-453-116085</_dlc_DocId>
    <_dlc_DocIdUrl xmlns="9081bad1-c399-41c1-979d-71f0e3369cf2">
      <Url>https://sophia.ri.edu.sg/Chemistry/_layouts/DocIdRedir.aspx?ID=2C5XP6HFN2W6-453-116085</Url>
      <Description>2C5XP6HFN2W6-453-116085</Description>
    </_dlc_DocIdUrl>
  </documentManagement>
</p:properties>
</file>

<file path=customXml/itemProps1.xml><?xml version="1.0" encoding="utf-8"?>
<ds:datastoreItem xmlns:ds="http://schemas.openxmlformats.org/officeDocument/2006/customXml" ds:itemID="{A33EA938-994F-4CA4-993F-E7BF78F03E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4DCAEA-4D11-452E-AD76-0D0C62C60B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81bad1-c399-41c1-979d-71f0e3369cf2"/>
    <ds:schemaRef ds:uri="b1ed4896-73af-43c1-9012-9ecb2c9601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BB6929-3467-4F4A-80BE-577E4568B11E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FF3D329-4E70-4C16-8CB9-8D2079873AD9}">
  <ds:schemaRefs>
    <ds:schemaRef ds:uri="http://schemas.microsoft.com/office/2006/metadata/properties"/>
    <ds:schemaRef ds:uri="http://schemas.microsoft.com/office/infopath/2007/PartnerControls"/>
    <ds:schemaRef ds:uri="9081bad1-c399-41c1-979d-71f0e3369cf2"/>
    <ds:schemaRef ds:uri="b1ed4896-73af-43c1-9012-9ecb2c96011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286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Lim Boon Kiat</dc:creator>
  <cp:lastModifiedBy>Gabriel Lim Boon Kiat</cp:lastModifiedBy>
  <cp:revision>12</cp:revision>
  <dcterms:created xsi:type="dcterms:W3CDTF">2026-01-09T14:19:37Z</dcterms:created>
  <dcterms:modified xsi:type="dcterms:W3CDTF">2026-08-20T10:38:54Z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0x010100525909136E76DD4094C199BA420D5216</vt:lpwstr>
  </property>
  <property fmtid="{D5CDD505-2E9C-101B-9397-08002B2CF9AE}" pid="3" name="_dlc_DocIdItemGuid">
    <vt:lpwstr>25175edf-5bcf-463e-8a97-2e87fc98caba</vt:lpwstr>
  </property>
  <property fmtid="{D5CDD505-2E9C-101B-9397-08002B2CF9AE}" pid="4" name="Taxonomy">
    <vt:lpwstr/>
  </property>
</Properties>
</file>